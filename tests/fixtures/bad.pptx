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0000"/>
                </a:solidFill>
                <a:latin typeface="宋体"/>
              </a:rPr>
              <a:t>测试演示文稿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0">
                <a:latin typeface="黑体"/>
              </a:rPr>
              <a:t>第二页标题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sz="1800">
                <a:solidFill>
                  <a:srgbClr val="00FF00"/>
                </a:solidFill>
                <a:latin typeface="Arial"/>
              </a:rPr>
              <a:t>这是正文内容，使用了错误的字体和对齐方式。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第三页 — 无页码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颜色违规的形状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
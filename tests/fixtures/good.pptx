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F2D3D"/>
                </a:solidFill>
                <a:latin typeface="微软雅黑"/>
              </a:rPr>
              <a:t>规范的演示文稿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F2D3D"/>
                </a:solidFill>
                <a:latin typeface="微软雅黑"/>
              </a:rPr>
              <a:t>规范的第二页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  <a:latin typeface="微软雅黑"/>
              </a:rPr>
              <a:t>这是规范的正文内容。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